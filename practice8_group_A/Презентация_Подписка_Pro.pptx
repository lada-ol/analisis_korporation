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0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6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5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5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4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5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17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551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1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97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4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60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9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27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0999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 err="1"/>
              <a:t>Оценка</a:t>
            </a:r>
            <a:r>
              <a:rPr b="1" dirty="0"/>
              <a:t> </a:t>
            </a:r>
            <a:r>
              <a:rPr b="1" dirty="0" err="1"/>
              <a:t>потенциала</a:t>
            </a:r>
            <a:r>
              <a:rPr b="1" dirty="0"/>
              <a:t> </a:t>
            </a:r>
            <a:r>
              <a:rPr b="1" dirty="0" err="1"/>
              <a:t>подписки</a:t>
            </a:r>
            <a:r>
              <a:rPr b="1" dirty="0"/>
              <a:t> 'Pro'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126976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dirty="0" err="1"/>
              <a:t>Финальный</a:t>
            </a:r>
            <a:r>
              <a:rPr dirty="0"/>
              <a:t> </a:t>
            </a: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пилотному</a:t>
            </a:r>
            <a:r>
              <a:rPr dirty="0"/>
              <a:t> </a:t>
            </a:r>
            <a:r>
              <a:rPr dirty="0" err="1"/>
              <a:t>проекту</a:t>
            </a:r>
            <a:endParaRPr dirty="0"/>
          </a:p>
          <a:p>
            <a:pPr algn="r"/>
            <a:endParaRPr dirty="0"/>
          </a:p>
          <a:p>
            <a:pPr algn="r"/>
            <a:r>
              <a:rPr dirty="0" err="1"/>
              <a:t>Группа</a:t>
            </a:r>
            <a:r>
              <a:rPr dirty="0"/>
              <a:t> А, </a:t>
            </a:r>
            <a:r>
              <a:rPr dirty="0" err="1"/>
              <a:t>Аналитический</a:t>
            </a:r>
            <a:r>
              <a:rPr dirty="0"/>
              <a:t> </a:t>
            </a:r>
            <a:r>
              <a:rPr dirty="0" err="1"/>
              <a:t>департамент</a:t>
            </a:r>
            <a:endParaRPr dirty="0"/>
          </a:p>
          <a:p>
            <a:pPr algn="r"/>
            <a:r>
              <a:rPr dirty="0" err="1"/>
              <a:t>Апрель</a:t>
            </a:r>
            <a:r>
              <a:rPr dirty="0"/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6458"/>
            <a:ext cx="7765322" cy="970450"/>
          </a:xfrm>
        </p:spPr>
        <p:txBody>
          <a:bodyPr/>
          <a:lstStyle/>
          <a:p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101806"/>
              </p:ext>
            </p:extLst>
          </p:nvPr>
        </p:nvGraphicFramePr>
        <p:xfrm>
          <a:off x="895546" y="2103120"/>
          <a:ext cx="7330061" cy="265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67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 err="1"/>
                        <a:t>Показатель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 err="1"/>
                        <a:t>Значение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Ожидаемый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-59.6%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95% доверительный интервал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[-96.5%, -13.2%]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Вероятность положительного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Риск убыточности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99.8%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11480"/>
            <a:ext cx="72544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Влияние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подписки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Pro 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на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выручку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(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DiD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</a:p>
        </p:txBody>
      </p:sp>
      <p:pic>
        <p:nvPicPr>
          <p:cNvPr id="4" name="Picture 3" descr="di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53273"/>
            <a:ext cx="7315200" cy="4351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86059" y="644794"/>
            <a:ext cx="5971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вторичные</a:t>
            </a:r>
            <a:r>
              <a:rPr dirty="0"/>
              <a:t> </a:t>
            </a:r>
            <a:r>
              <a:rPr dirty="0" err="1"/>
              <a:t>метрики</a:t>
            </a:r>
            <a:endParaRPr dirty="0"/>
          </a:p>
        </p:txBody>
      </p:sp>
      <p:pic>
        <p:nvPicPr>
          <p:cNvPr id="4" name="Picture 3" descr="secondary_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3870"/>
            <a:ext cx="7315200" cy="3610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4402" y="444490"/>
            <a:ext cx="6575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 err="1"/>
              <a:t>Сценарный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выручки</a:t>
            </a:r>
            <a:r>
              <a:rPr dirty="0"/>
              <a:t> и ROI</a:t>
            </a:r>
          </a:p>
        </p:txBody>
      </p:sp>
      <p:pic>
        <p:nvPicPr>
          <p:cNvPr id="4" name="Picture 3" descr="scenari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65663"/>
            <a:ext cx="7315200" cy="4326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0262" y="444490"/>
            <a:ext cx="6603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 err="1"/>
              <a:t>Распределение</a:t>
            </a:r>
            <a:r>
              <a:rPr dirty="0"/>
              <a:t> ROI (</a:t>
            </a:r>
            <a:r>
              <a:rPr dirty="0" err="1"/>
              <a:t>Монте-Карло</a:t>
            </a:r>
            <a:r>
              <a:rPr dirty="0"/>
              <a:t>)</a:t>
            </a:r>
          </a:p>
        </p:txBody>
      </p:sp>
      <p:pic>
        <p:nvPicPr>
          <p:cNvPr id="4" name="Picture 3" descr="monte_carlo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54746"/>
            <a:ext cx="7315200" cy="43485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3596" y="793281"/>
            <a:ext cx="55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Этический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аудит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алгоритма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DCA9C-4712-44F2-A7AF-1053CA45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94" y="1924998"/>
            <a:ext cx="9144000" cy="300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44146"/>
            <a:ext cx="7765322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Итоговые выводы и рекомендации</a:t>
            </a:r>
            <a:br>
              <a:rPr lang="ru-RU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3207" y="1600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 b="1"/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:</a:t>
            </a:r>
          </a:p>
          <a:p>
            <a:pPr lvl="1">
              <a:defRPr sz="1400"/>
            </a:pPr>
            <a:r>
              <a:rPr dirty="0"/>
              <a:t>❌ </a:t>
            </a:r>
            <a:r>
              <a:rPr dirty="0" err="1"/>
              <a:t>DiD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статистически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значим</a:t>
            </a:r>
            <a:r>
              <a:rPr dirty="0"/>
              <a:t> (p-value = 0.283)</a:t>
            </a:r>
          </a:p>
          <a:p>
            <a:pPr lvl="1">
              <a:defRPr sz="1400"/>
            </a:pPr>
            <a:r>
              <a:rPr dirty="0"/>
              <a:t>❌ </a:t>
            </a:r>
            <a:r>
              <a:rPr dirty="0" err="1"/>
              <a:t>Ожидаемый</a:t>
            </a:r>
            <a:r>
              <a:rPr dirty="0"/>
              <a:t> ROI: -59.6% (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убыточности</a:t>
            </a:r>
            <a:r>
              <a:rPr dirty="0"/>
              <a:t> 99.8%)</a:t>
            </a:r>
          </a:p>
          <a:p>
            <a:pPr lvl="1">
              <a:defRPr sz="1400"/>
            </a:pPr>
            <a:r>
              <a:rPr dirty="0"/>
              <a:t>✅ </a:t>
            </a:r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нагрузки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поддержку</a:t>
            </a:r>
            <a:r>
              <a:rPr dirty="0"/>
              <a:t>: в 3.75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обращений</a:t>
            </a:r>
            <a:endParaRPr dirty="0"/>
          </a:p>
          <a:p>
            <a:pPr lvl="1">
              <a:defRPr sz="1400"/>
            </a:pPr>
            <a:r>
              <a:rPr dirty="0"/>
              <a:t>✅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этических</a:t>
            </a:r>
            <a:r>
              <a:rPr dirty="0"/>
              <a:t> </a:t>
            </a:r>
            <a:r>
              <a:rPr dirty="0" err="1"/>
              <a:t>смещений</a:t>
            </a:r>
            <a:endParaRPr dirty="0"/>
          </a:p>
          <a:p>
            <a:br>
              <a:rPr dirty="0"/>
            </a:br>
            <a:r>
              <a:rPr dirty="0" err="1"/>
              <a:t>Рекомендации</a:t>
            </a:r>
            <a:r>
              <a:rPr dirty="0"/>
              <a:t>:</a:t>
            </a:r>
          </a:p>
          <a:p>
            <a:pPr lvl="1">
              <a:defRPr sz="1400"/>
            </a:pPr>
            <a:r>
              <a:rPr dirty="0"/>
              <a:t>❌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масштабировать</a:t>
            </a:r>
            <a:r>
              <a:rPr dirty="0"/>
              <a:t> </a:t>
            </a:r>
            <a:r>
              <a:rPr dirty="0" err="1"/>
              <a:t>подписку</a:t>
            </a:r>
            <a:r>
              <a:rPr dirty="0"/>
              <a:t> Pro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текущих</a:t>
            </a:r>
            <a:r>
              <a:rPr dirty="0"/>
              <a:t> </a:t>
            </a:r>
            <a:r>
              <a:rPr dirty="0" err="1"/>
              <a:t>параметрах</a:t>
            </a:r>
            <a:endParaRPr dirty="0"/>
          </a:p>
          <a:p>
            <a:pPr lvl="1">
              <a:defRPr sz="1400"/>
            </a:pPr>
            <a:r>
              <a:rPr dirty="0"/>
              <a:t>📊 </a:t>
            </a:r>
            <a:r>
              <a:rPr dirty="0" err="1"/>
              <a:t>Провести</a:t>
            </a:r>
            <a:r>
              <a:rPr dirty="0"/>
              <a:t> </a:t>
            </a:r>
            <a:r>
              <a:rPr dirty="0" err="1"/>
              <a:t>дополнительный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причин</a:t>
            </a:r>
            <a:r>
              <a:rPr dirty="0"/>
              <a:t> </a:t>
            </a:r>
            <a:r>
              <a:rPr dirty="0" err="1"/>
              <a:t>низкой</a:t>
            </a:r>
            <a:r>
              <a:rPr dirty="0"/>
              <a:t> </a:t>
            </a:r>
            <a:r>
              <a:rPr dirty="0" err="1"/>
              <a:t>эффективности</a:t>
            </a:r>
            <a:endParaRPr dirty="0"/>
          </a:p>
          <a:p>
            <a:pPr lvl="1">
              <a:defRPr sz="1400"/>
            </a:pPr>
            <a:r>
              <a:rPr dirty="0"/>
              <a:t>🔧 </a:t>
            </a:r>
            <a:r>
              <a:rPr dirty="0" err="1"/>
              <a:t>Пересмотреть</a:t>
            </a:r>
            <a:r>
              <a:rPr dirty="0"/>
              <a:t> </a:t>
            </a:r>
            <a:r>
              <a:rPr dirty="0" err="1"/>
              <a:t>ценовую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подписки</a:t>
            </a:r>
            <a:endParaRPr dirty="0"/>
          </a:p>
          <a:p>
            <a:pPr lvl="1">
              <a:defRPr sz="1400"/>
            </a:pPr>
            <a:r>
              <a:rPr dirty="0"/>
              <a:t>🧪 </a:t>
            </a:r>
            <a:r>
              <a:rPr dirty="0" err="1"/>
              <a:t>Рассмотреть</a:t>
            </a:r>
            <a:r>
              <a:rPr dirty="0"/>
              <a:t> </a:t>
            </a:r>
            <a:r>
              <a:rPr dirty="0" err="1"/>
              <a:t>пилот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большей</a:t>
            </a:r>
            <a:r>
              <a:rPr dirty="0"/>
              <a:t> </a:t>
            </a:r>
            <a:r>
              <a:rPr dirty="0" err="1"/>
              <a:t>выборке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20</TotalTime>
  <Words>151</Words>
  <Application>Microsoft Office PowerPoint</Application>
  <PresentationFormat>Экран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Calisto MT</vt:lpstr>
      <vt:lpstr>Wingdings 2</vt:lpstr>
      <vt:lpstr>Сланец</vt:lpstr>
      <vt:lpstr>Оценка потенциала подписки 'Pro'</vt:lpstr>
      <vt:lpstr>Ключевые результаты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Итоговые выводы и рекомендации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потенциала подписки 'Pro'</dc:title>
  <dc:subject/>
  <dc:creator>Kingrezn .</dc:creator>
  <cp:keywords/>
  <dc:description>generated using python-pptx</dc:description>
  <cp:lastModifiedBy>Kingrezn .</cp:lastModifiedBy>
  <cp:revision>3</cp:revision>
  <dcterms:created xsi:type="dcterms:W3CDTF">2013-01-27T09:14:16Z</dcterms:created>
  <dcterms:modified xsi:type="dcterms:W3CDTF">2026-04-06T08:36:25Z</dcterms:modified>
  <cp:category/>
</cp:coreProperties>
</file>